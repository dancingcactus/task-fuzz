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decision, then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experiment readout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Ship or don’t ship: the call for Priya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short answer: ship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Conversion up 4.2% (95% CI 2.9 to 5.5)</a:t>
            </a:r>
          </a:p>
          <a:p>
            <a:pPr lvl="1"/>
            <a:r>
              <a:t>Held for all three regions</a:t>
            </a:r>
          </a:p>
          <a:p>
            <a:pPr/>
            <a:r>
              <a:t>No drop in retention after 30 days</a:t>
            </a:r>
          </a:p>
          <a:p>
            <a:pPr/>
            <a:r>
              <a:t>Support tickets flat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858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Lift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+5.1%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+3.6%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Asia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698480" cy="5394960"/>
          </a:xfrm>
          <a:prstGeom prst="rect">
            <a:avLst/>
          </a:prstGeom>
          <a:solidFill>
            <a:srgbClr val="C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4800" b="1">
                <a:solidFill>
                  <a:srgbClr val="FFFFFF"/>
                </a:solidFill>
              </a:rPr>
              <a:t>Decision needed by Tuesday</a:t>
            </a:r>
          </a:p>
          <a:p>
            <a:r>
              <a:rPr sz="2400">
                <a:solidFill>
                  <a:srgbClr val="FFF4E8"/>
                </a:solidFill>
              </a:rPr>
              <a:t>Priya briefs her team Wednesday morning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